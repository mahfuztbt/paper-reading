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211201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7960" y="3234690"/>
            <a:ext cx="9144000" cy="3471545"/>
          </a:xfrm>
        </p:spPr>
        <p:txBody>
          <a:bodyPr>
            <a:normAutofit fontScale="8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A downside of numerical weather prediction is that it is lacking the ability for short-term forecasts using the latest available information.  By using a data-driven neural network approach  it is possible to produce an accurate precipitation nowcast. </a:t>
            </a:r>
            <a:endParaRPr 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Propose SmaAt-UNet, an efficient convolutional neural networks-based on the well known UNet architecture equipped with attention modules and depthwise-separable convolutions.</a:t>
            </a:r>
            <a:endParaRPr 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Dataset: real life datasets using precipitation maps from the region of the Netharlands and binary images of cloud coverage of France</a:t>
            </a:r>
            <a:endParaRPr lang="en-US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/>
              <a:t> The experimental results show that in terms of prediction performance, the proposed model is comparable to other examined models while only using a quarter of the trainable parameters.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572770"/>
            <a:ext cx="9144000" cy="2547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06195" y="162560"/>
            <a:ext cx="9578975" cy="6532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5830" y="3251200"/>
            <a:ext cx="7378700" cy="3527425"/>
          </a:xfrm>
          <a:prstGeom prst="rect">
            <a:avLst/>
          </a:prstGeom>
        </p:spPr>
      </p:pic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9540"/>
            <a:ext cx="5996940" cy="38442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74675" y="1402080"/>
            <a:ext cx="11042015" cy="229425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3828415"/>
            <a:ext cx="10663555" cy="19831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744</Words>
  <Application>WPS Presentation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ture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ture</dc:title>
  <dc:creator/>
  <cp:lastModifiedBy>Mahfuz Ronnie</cp:lastModifiedBy>
  <cp:revision>4</cp:revision>
  <dcterms:created xsi:type="dcterms:W3CDTF">2024-08-22T11:44:00Z</dcterms:created>
  <dcterms:modified xsi:type="dcterms:W3CDTF">2024-08-24T13:56:22Z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267F573BFEC24C229B303B2178778EB2_11</vt:lpwstr>
  </property>
  <property fmtid="{D5CDD505-2E9C-101B-9397-08002B2CF9AE}" pid="3" name="KSOProductBuildVer">
    <vt:lpwstr>1033-12.2.0.17562</vt:lpwstr>
  </property>
</Properties>
</file>