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4" r:id="rId7"/>
    <p:sldId id="263" r:id="rId8"/>
    <p:sldId id="260" r:id="rId9"/>
    <p:sldId id="262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680"/>
            <a:ext cx="9144000" cy="211201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57960" y="3234690"/>
            <a:ext cx="9144000" cy="3471545"/>
          </a:xfrm>
        </p:spPr>
        <p:txBody>
          <a:bodyPr>
            <a:normAutofit fontScale="80000"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A downside of numerical weather prediction is that it is lacking the ability for short-term forecasts using the latest available information.  By using a data-driven neural network approach  it is possible to produce an accurate precipitation nowcast. </a:t>
            </a:r>
            <a:endParaRPr lang="en-US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Propose SmaAt-UNet, an efficient convolutional neural networks-based on the well known UNet architecture equipped with attention modules and depthwise-separable convolutions.</a:t>
            </a:r>
            <a:endParaRPr lang="en-US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Dataset: real life datasets using precipitation maps from the region of the Netharlands and binary images of cloud coverage of France</a:t>
            </a:r>
            <a:endParaRPr lang="en-US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 The experimental results show that in terms of prediction performance, the proposed model is comparable to other examined models while only using a quarter of the trainable parameters.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572770"/>
            <a:ext cx="9144000" cy="25476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06195" y="162560"/>
            <a:ext cx="9578975" cy="65328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5830" y="3251200"/>
            <a:ext cx="7378700" cy="3527425"/>
          </a:xfrm>
          <a:prstGeom prst="rect">
            <a:avLst/>
          </a:prstGeom>
        </p:spPr>
      </p:pic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29540"/>
            <a:ext cx="5996940" cy="38442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74675" y="1402080"/>
            <a:ext cx="11042015" cy="22942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3828415"/>
            <a:ext cx="10663555" cy="19831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1842135"/>
            <a:ext cx="6057900" cy="27813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70" y="925195"/>
            <a:ext cx="5637530" cy="3859530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1368425" y="4986020"/>
            <a:ext cx="39090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Fig. 5  UNet-CBAM structure 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0495" y="3601085"/>
            <a:ext cx="5897880" cy="11049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55" y="380365"/>
            <a:ext cx="5608320" cy="27355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910" y="239395"/>
            <a:ext cx="5570220" cy="301752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1300" y="3601085"/>
            <a:ext cx="5600700" cy="12039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1870" y="4958715"/>
            <a:ext cx="4099560" cy="48768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605" y="4958715"/>
            <a:ext cx="4427220" cy="6781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Key Differences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866005" cy="4351655"/>
          </a:xfrm>
        </p:spPr>
        <p:txBody>
          <a:bodyPr>
            <a:normAutofit/>
          </a:bodyPr>
          <a:p>
            <a:r>
              <a:rPr lang="en-US" sz="2000"/>
              <a:t>UNet: Baseline architecture for image segmentation with encoder-decoder and skip connections.</a:t>
            </a:r>
            <a:endParaRPr lang="en-US" sz="2000"/>
          </a:p>
          <a:p>
            <a:r>
              <a:rPr lang="en-US" sz="2000">
                <a:sym typeface="+mn-ea"/>
              </a:rPr>
              <a:t>UNet with CBAM: Adds attention mechanisms (CBAM) to improve feature selection and focus on important parts of images.</a:t>
            </a:r>
            <a:endParaRPr lang="en-US" sz="2000"/>
          </a:p>
          <a:p>
            <a:endParaRPr lang="en-US" sz="2000"/>
          </a:p>
          <a:p>
            <a:pPr marL="0" indent="0">
              <a:buNone/>
            </a:pPr>
            <a:endParaRPr lang="en-US" sz="2000"/>
          </a:p>
        </p:txBody>
      </p:sp>
      <p:sp>
        <p:nvSpPr>
          <p:cNvPr id="5" name="Content Placeholder 2"/>
          <p:cNvSpPr>
            <a:spLocks noGrp="1"/>
          </p:cNvSpPr>
          <p:nvPr/>
        </p:nvSpPr>
        <p:spPr>
          <a:xfrm>
            <a:off x="6161405" y="1825625"/>
            <a:ext cx="4874895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UNet with DSC: Uses Depthwise Separable Convolutions to reduce model complexity and computational load, making the architecture more efficient.</a:t>
            </a:r>
            <a:endParaRPr lang="en-US" sz="1800"/>
          </a:p>
          <a:p>
            <a:r>
              <a:rPr lang="en-US" sz="1800" b="1">
                <a:sym typeface="+mn-ea"/>
              </a:rPr>
              <a:t>SmaAt-UNet</a:t>
            </a:r>
            <a:r>
              <a:rPr lang="en-US" sz="1800">
                <a:sym typeface="+mn-ea"/>
              </a:rPr>
              <a:t>: Combines the benefits of both DSC and attention mechanisms, providing a lightweight, efficient architecture with improved focus on relevant features.</a:t>
            </a:r>
            <a:endParaRPr lang="en-US" sz="1800"/>
          </a:p>
          <a:p>
            <a:endParaRPr lang="en-US" sz="1800"/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0068560" y="3645535"/>
            <a:ext cx="3268345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1302</Words>
  <Application>WPS Presentation</Application>
  <PresentationFormat>Widescreen</PresentationFormat>
  <Paragraphs>18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ture</dc:title>
  <dc:creator/>
  <cp:lastModifiedBy>Mahfuz Ronnie</cp:lastModifiedBy>
  <cp:revision>6</cp:revision>
  <dcterms:created xsi:type="dcterms:W3CDTF">2024-08-22T11:44:00Z</dcterms:created>
  <dcterms:modified xsi:type="dcterms:W3CDTF">2024-09-22T03:19:11Z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267F573BFEC24C229B303B2178778EB2_11</vt:lpwstr>
  </property>
  <property fmtid="{D5CDD505-2E9C-101B-9397-08002B2CF9AE}" pid="3" name="KSOProductBuildVer">
    <vt:lpwstr>1033-12.2.0.18165</vt:lpwstr>
  </property>
</Properties>
</file>